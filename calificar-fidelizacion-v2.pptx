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3497580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3497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SISTEMA DE FIDELIZACIÓN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307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· NFC · Geolocalización · Push Notifications · Panel de Admin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 · Calificar.com.ar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73352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Calificar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691640" cy="221284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0848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2724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834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31720" y="1920240"/>
            <a:ext cx="1691640" cy="221284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8648" y="20848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9864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/ QR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12724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834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97680" y="1920240"/>
            <a:ext cx="1691640" cy="221284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20848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12724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o escanea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su celular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834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1920240"/>
            <a:ext cx="1691640" cy="221284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0848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056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12724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834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138160" y="1920240"/>
            <a:ext cx="1691640" cy="221284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05088" y="20848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0508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761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12724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único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0" y="4315968"/>
            <a:ext cx="1645920" cy="237744"/>
          </a:xfrm>
          <a:prstGeom prst="round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17520" y="4315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valida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0" y="4315968"/>
            <a:ext cx="1309421" cy="237744"/>
          </a:xfrm>
          <a:prstGeom prst="round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0" y="4315968"/>
            <a:ext cx="1309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único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49440" y="4315968"/>
            <a:ext cx="1814170" cy="237744"/>
          </a:xfrm>
          <a:prstGeom prst="round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49440" y="4315968"/>
            <a:ext cx="1814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8705088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4224528"/>
            <a:ext cx="8339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 de cada sello: Supabase registra la transacción · Servidor genera token de seguridad · Se detecta si se alcanzó un hito o la meta final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194560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CLIENTE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tarjeta digital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segundos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37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305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cámara nativa del celular. Sin descargar ninguna 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384048" cy="384048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825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sus datos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1181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teléfono. El formulario es personalizable por negocio.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384048" cy="384048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en Wallet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1056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toque y la tarjeta queda en Google Wallet (o Apple Wallet próximamente).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38344" y="164592"/>
            <a:ext cx="3547872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201168"/>
            <a:ext cx="347472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237744"/>
            <a:ext cx="585216" cy="1188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402336"/>
            <a:ext cx="3474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512064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6248" y="512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🍕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56692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Trattoria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85039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fidelidad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239512" y="117957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39512" y="1389888"/>
            <a:ext cx="3145536" cy="32918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30952" y="140817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María García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181965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(WhatsApp)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39512" y="2029968"/>
            <a:ext cx="3145536" cy="32918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30952" y="204825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2345-6789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39512" y="2523744"/>
            <a:ext cx="3145536" cy="38404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39512" y="252374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Registrarme gratis 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39512" y="3072384"/>
            <a:ext cx="3145536" cy="5029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9240" y="31089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Pay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79592" y="310896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Google Wallet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3712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descargar apps   ✓  Android y iPhone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86484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586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vive en el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del cliente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329184" cy="329184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☁️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10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disponible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21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está en la nube. Nunca se pierde aunque cambie de celular.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329184" cy="329184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151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nativas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puede enviar notifs desde la propia tarjeta, sin app.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329184" cy="329184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✏️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419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Actualizable en tiempo real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7307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suma sellos, la tarjeta se actualiza sola.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329184" cy="329184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224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Firmada por Google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5354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firmado con clave privada. No se puede falsificar.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92624" y="164592"/>
            <a:ext cx="3639312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01168"/>
            <a:ext cx="3566160" cy="47731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237744"/>
            <a:ext cx="585216" cy="1188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38928" y="47548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93792" y="841248"/>
            <a:ext cx="3236976" cy="157276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749808"/>
            <a:ext cx="1280160" cy="128016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85232" y="932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🍕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5833872" y="969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Trattoria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33872" y="12801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Fidelidad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285232" y="157276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SELLOS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28523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68696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135624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19088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0255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86016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☆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26948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☆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552944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☆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836408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☆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193792" y="213969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 · Te faltan 4 para tu pizza gratis 🍕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68112" y="2551176"/>
            <a:ext cx="26883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04688" y="2578608"/>
            <a:ext cx="36576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96128" y="2578608"/>
            <a:ext cx="73152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7568" y="2578608"/>
            <a:ext cx="54864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79008" y="2578608"/>
            <a:ext cx="36576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70448" y="2578608"/>
            <a:ext cx="91440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6188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53328" y="2578608"/>
            <a:ext cx="73152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2578608"/>
            <a:ext cx="54864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620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2578608"/>
            <a:ext cx="91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1908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10528" y="2578608"/>
            <a:ext cx="73152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01968" y="2578608"/>
            <a:ext cx="54864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9340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84848" y="2578608"/>
            <a:ext cx="91440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76288" y="2578608"/>
            <a:ext cx="36576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67728" y="2578608"/>
            <a:ext cx="73152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59168" y="2578608"/>
            <a:ext cx="54864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50608" y="2578608"/>
            <a:ext cx="36576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42048" y="2578608"/>
            <a:ext cx="91440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3348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24928" y="2578608"/>
            <a:ext cx="73152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16368" y="2578608"/>
            <a:ext cx="54864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0780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99248" y="2578608"/>
            <a:ext cx="91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90688" y="2578608"/>
            <a:ext cx="3657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82128" y="2578608"/>
            <a:ext cx="73152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73568" y="2578608"/>
            <a:ext cx="54864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193792" y="319125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Mostrá este código para canjear tu premio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230368" y="4892040"/>
            <a:ext cx="2150669" cy="237744"/>
          </a:xfrm>
          <a:prstGeom prst="roundRect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230368" y="4892040"/>
            <a:ext cx="21506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766560" y="4892040"/>
            <a:ext cx="1814170" cy="237744"/>
          </a:xfrm>
          <a:prstGeom prst="round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766560" y="4892040"/>
            <a:ext cx="1814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solo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73352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NFC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sello: cliente apoya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celular y listo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2322576"/>
            <a:ext cx="18288" cy="256032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202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cartel NFC está en el mostrador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127248"/>
            <a:ext cx="18288" cy="256032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79192"/>
            <a:ext cx="384048" cy="384048"/>
          </a:xfrm>
          <a:prstGeom prst="ellipse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📲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7249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apoya su celular (&lt; 4 cm)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931920"/>
            <a:ext cx="18288" cy="256032"/>
          </a:xfrm>
          <a:prstGeom prst="rect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83864"/>
            <a:ext cx="384048" cy="384048"/>
          </a:xfrm>
          <a:prstGeom prst="ellipse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529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registra el sello al instante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4736592"/>
            <a:ext cx="18288" cy="256032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88536"/>
            <a:ext cx="384048" cy="384048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🎫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3342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un token único e irrepetible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6085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funciona con QR si el celular no tiene NFC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2624" y="164592"/>
            <a:ext cx="3639312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01168"/>
            <a:ext cx="356616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237744"/>
            <a:ext cx="585216" cy="1188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859536"/>
            <a:ext cx="1060704" cy="1060704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859536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✅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20665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¡Sello sumado!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2578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sellos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099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93792" y="3493008"/>
            <a:ext cx="3236976" cy="14630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93792" y="3493008"/>
            <a:ext cx="2265883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faltan 3 sellos para tu pizza gratis 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93792" y="4078224"/>
            <a:ext cx="3236976" cy="3474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93792" y="4078224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tarjeta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33956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9339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NEGOCIO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tiene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66544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y visitas del día actual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47472" cy="347472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66544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búsqueda y detalle de cada cliente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💳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044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66544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logo, colores, hitos y premio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3666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066544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base de datos de clientes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347472" cy="347472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288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66544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push a todos o por segmento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201168"/>
            <a:ext cx="4709160" cy="3337560"/>
          </a:xfrm>
          <a:prstGeom prst="rect">
            <a:avLst/>
          </a:prstGeom>
          <a:solidFill>
            <a:srgbClr val="0F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201168"/>
            <a:ext cx="47091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25603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560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25603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2103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calificar.com.ar/negocio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43400" y="457200"/>
            <a:ext cx="1005840" cy="308152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457200"/>
            <a:ext cx="1005840" cy="47548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70832" y="4937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Hoy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70832" y="10424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Clientes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370832" y="1591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Tarjeta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370832" y="2139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Exportar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370832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68112" y="502920"/>
            <a:ext cx="1078992" cy="685800"/>
          </a:xfrm>
          <a:prstGeom prst="roundRect">
            <a:avLst/>
          </a:prstGeom>
          <a:solidFill>
            <a:srgbClr val="0F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22976" y="5486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HOY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5522976" y="76809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41" name="Shape 39"/>
          <p:cNvSpPr/>
          <p:nvPr/>
        </p:nvSpPr>
        <p:spPr>
          <a:xfrm>
            <a:off x="6638544" y="502920"/>
            <a:ext cx="1078992" cy="685800"/>
          </a:xfrm>
          <a:prstGeom prst="roundRect">
            <a:avLst/>
          </a:prstGeom>
          <a:solidFill>
            <a:srgbClr val="0F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93408" y="5486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6693408" y="76809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7808976" y="502920"/>
            <a:ext cx="1078992" cy="685800"/>
          </a:xfrm>
          <a:prstGeom prst="roundRect">
            <a:avLst/>
          </a:prstGeom>
          <a:solidFill>
            <a:srgbClr val="0F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63840" y="5486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7863840" y="76809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5376672" y="1298448"/>
            <a:ext cx="3566160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13248" y="133502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últimos 7 días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49824" y="1879092"/>
            <a:ext cx="310896" cy="352044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25312" y="1770278"/>
            <a:ext cx="310896" cy="460858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1923898"/>
            <a:ext cx="310896" cy="307238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76288" y="1687068"/>
            <a:ext cx="310896" cy="544068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51776" y="1834286"/>
            <a:ext cx="310896" cy="396850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27264" y="1642262"/>
            <a:ext cx="310896" cy="588874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02752" y="1731874"/>
            <a:ext cx="310896" cy="499262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2578608"/>
            <a:ext cx="3566160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13248" y="26151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recientes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5449824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G.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0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sellos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7790688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5449824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R.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sellos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7790688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449824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P.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0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⭐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7790688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343400" y="3538728"/>
            <a:ext cx="4709160" cy="25603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343400" y="3794760"/>
            <a:ext cx="470916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03520" y="3886200"/>
            <a:ext cx="2834640" cy="475488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303520" y="3886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soporte del escritorio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889504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NEGOCIO · CLIENTES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cliente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664208"/>
            <a:ext cx="8778240" cy="34290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64208"/>
            <a:ext cx="877824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00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700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VISITA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8778240" cy="512064"/>
          </a:xfrm>
          <a:prstGeom prst="rect">
            <a:avLst/>
          </a:prstGeom>
          <a:solidFill>
            <a:srgbClr val="0A0F1E">
              <a:alpha val="50000"/>
            </a:srgbClr>
          </a:solidFill>
          <a:ln w="12700">
            <a:solidFill>
              <a:srgbClr val="0A0F1E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2128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García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2128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2345-6789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2128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128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 2026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128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Activo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76148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Ruiz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27614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9876-5432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76148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761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Sep 2026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76148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Activo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218688"/>
            <a:ext cx="8778240" cy="512064"/>
          </a:xfrm>
          <a:prstGeom prst="rect">
            <a:avLst/>
          </a:prstGeom>
          <a:solidFill>
            <a:srgbClr val="0A0F1E">
              <a:alpha val="50000"/>
            </a:srgbClr>
          </a:solidFill>
          <a:ln w="12700">
            <a:solidFill>
              <a:srgbClr val="0A0F1E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3101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Pérez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33101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5555-1234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3101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3101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Sep 2026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101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Premio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8587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Moreno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858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1111-2222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3858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8587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Ago 2026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858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Inactivo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4315968"/>
            <a:ext cx="8778240" cy="512064"/>
          </a:xfrm>
          <a:prstGeom prst="rect">
            <a:avLst/>
          </a:prstGeom>
          <a:solidFill>
            <a:srgbClr val="0A0F1E">
              <a:alpha val="50000"/>
            </a:srgbClr>
          </a:solidFill>
          <a:ln w="12700">
            <a:solidFill>
              <a:srgbClr val="0A0F1E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4074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López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4407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3333-4444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840480" y="44074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44074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 2026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44074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Activo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5166360"/>
            <a:ext cx="8778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5212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clientes totales · 94 activos · 12 premios canjeados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2320" y="5193792"/>
            <a:ext cx="1920240" cy="320040"/>
          </a:xfrm>
          <a:prstGeom prst="round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32320" y="5193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Exportar CSV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36976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&amp; GEOLOCALIZACIÓN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al cliente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entrar al local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912" y="1719072"/>
            <a:ext cx="4114800" cy="89611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56816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1214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puede enviar promos a todos sus clientes o a un segmento. Llegan como notificación del celular.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743200"/>
            <a:ext cx="4114800" cy="89611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980944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Geo-zona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1455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un radio alrededor del local. Cuando el cliente entra en esa zona recibe "Pasás cerca, ¡tenés 3 sellos acumulados!"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767328"/>
            <a:ext cx="4114800" cy="89611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005072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Cumpleaños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1696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manda automáticamente una notificación de feliz cumpleaños con el nombre del negocio.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457200"/>
            <a:ext cx="3931920" cy="45720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548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notificación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76672" y="960120"/>
            <a:ext cx="3310128" cy="3310128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79008" y="1362456"/>
            <a:ext cx="2505456" cy="2505456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1783080"/>
            <a:ext cx="1664208" cy="166420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0256" y="2203704"/>
            <a:ext cx="822960" cy="82296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23042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5596128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74920" y="4389120"/>
            <a:ext cx="363931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66360" y="442569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🍕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4443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Trattoria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46268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Pasás cerca 👀 Tenés 7 sellos acumulados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20824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IMPORTANTE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geolocalización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 en el navegador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912" y="1719072"/>
            <a:ext cx="4133088" cy="3474720"/>
          </a:xfrm>
          <a:prstGeom prst="rect">
            <a:avLst/>
          </a:prstGeom>
          <a:solidFill>
            <a:srgbClr val="1A0A0A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719072"/>
            <a:ext cx="4133088" cy="457200"/>
          </a:xfrm>
          <a:prstGeom prst="rect">
            <a:avLst/>
          </a:prstGeom>
          <a:solidFill>
            <a:srgbClr val="7F1D1D">
              <a:alpha val="50000"/>
            </a:srgbClr>
          </a:solidFill>
          <a:ln w="12700">
            <a:solidFill>
              <a:srgbClr val="7F1D1D">
                <a:alpha val="5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175564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Navegador (Chrome/Safari)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600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Geolocalización bloqueada si la página está en background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83464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acceso a eventos de "entrada a zona" (geofencing)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38328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Push notifications limitadas en iOS Safari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93192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puede ejecutar código cuando la app está cerrada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448056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acceso al NFC reader en 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719072"/>
            <a:ext cx="4133088" cy="3474720"/>
          </a:xfrm>
          <a:prstGeom prst="rect">
            <a:avLst/>
          </a:prstGeom>
          <a:solidFill>
            <a:srgbClr val="0A1A0A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719072"/>
            <a:ext cx="4133088" cy="457200"/>
          </a:xfrm>
          <a:prstGeom prst="rect">
            <a:avLst/>
          </a:prstGeom>
          <a:solidFill>
            <a:srgbClr val="14532D">
              <a:alpha val="50000"/>
            </a:srgbClr>
          </a:solidFill>
          <a:ln w="12700">
            <a:solidFill>
              <a:srgbClr val="14532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10912" y="175564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PWA + Service Worker (Calificar)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28600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 Worker corre en background aunque cierre el navegador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83464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Push API funciona en Android (Chrome) correctamente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38328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Geofencing vía Geolocation API combinada con SW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93192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NFC en Android Chrome vía Web NFC API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480560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instala como app nativa en el celular (sin app store)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5285232"/>
            <a:ext cx="870508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5321808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usa PWA (Progressive Web App) + Service Worker para superar las limitaciones del navegador sin necesitar publicar en App Store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371600"/>
            <a:ext cx="6858000" cy="6858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1499616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PRÓXIMAMENTE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iPhone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la tarjeta funciona en Google Wallet (Android). La integración con Apple Wallet (iOS) está en desarrollo y traerá la misma experiencia a los usuarios de iPhone.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iPhone 6s en adelante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221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Mismo sistema, distinta plataforma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9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NFC funciona igual en iOS y Android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171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Push notifications nativas en iPhone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646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PassKit firmado por Apple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164592"/>
            <a:ext cx="3639312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201168"/>
            <a:ext cx="3566160" cy="4773168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37744"/>
            <a:ext cx="585216" cy="1188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402336"/>
            <a:ext cx="3566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475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932688"/>
            <a:ext cx="3236976" cy="18288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8976" y="841248"/>
            <a:ext cx="1280160" cy="12801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13248" y="106070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La Trattoria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13248" y="142646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Fidelidad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13248" y="170078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⭐⭐⭐⭐⭐⭐☆☆☆☆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13248" y="200253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 · Pizza gratis al completar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2889504"/>
            <a:ext cx="402336" cy="40233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🍎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138928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4892040"/>
            <a:ext cx="2066544" cy="237744"/>
          </a:xfrm>
          <a:prstGeom prst="round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489204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· 2026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con iPhone hoy pueden registrarse desde Safari y ver su progreso en web. La tarjeta nativa de Wallet llegará en la próxima versión.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9012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hacer trampa: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garantizamos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4133088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66544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18288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sello único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6424" y="2194560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sello genera un JWT firmado con clave privada. El mismo toque no puede sellar dos veces.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18888" y="1719072"/>
            <a:ext cx="4133088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2066544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65192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13832" y="18288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100% server-side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13832" y="2194560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nunca modifica su puntaje desde el celular. Todo pasa por el servidor Supabase.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4133088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364992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" y="31272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de 24 horas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" y="3493008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no puede sumar más de un sello por día (configurable). El sistema bloquea el intento.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3017520"/>
            <a:ext cx="4133088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3364992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6519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🎫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13832" y="31272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 de un solo uso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13832" y="3493008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cupón de canje tiene un código encriptado único que se invalida al canjearse.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315968"/>
            <a:ext cx="4133088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" y="4663440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" y="442569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por teléfono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" y="479145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de teléfono = una tarjeta activa por programa. No se pueden duplicar.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18888" y="4315968"/>
            <a:ext cx="4133088" cy="117043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4663440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65192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513832" y="442569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empleados pueden sellar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513832" y="479145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sello requiere login del negocio. El cliente no puede autosellarse.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47088" cy="256032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Empezás gratis,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escalás cuando querés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2670048" cy="376732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69164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6324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programa de fidelidad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4107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Notificaciones push ilimitadas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75818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Cartel NFC + QR para el mostrador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4105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con estadísticas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" y="4453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Exportar clientes (nombre + tel)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48006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en español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1572768"/>
            <a:ext cx="2670048" cy="376732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1481328"/>
            <a:ext cx="1627632" cy="23774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85616" y="148132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169164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3438144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306324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Hasta 3 programas de fidelidad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38144" y="34107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Campañas de cumpleaños automáticas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38144" y="375818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Formulario de registro personalizable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438144" y="4105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Cupones únicos al completar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38144" y="4453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Zonas de notificación por geolocalización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38144" y="48006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08192" y="1572768"/>
            <a:ext cx="2670048" cy="376732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72784" y="169164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7278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6272784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72784" y="306324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Programas ilimitados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72784" y="34107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Sucursales ilimitadas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375818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Múltiples usuarios por negocio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4105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Geo-zonas ilimitadas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72784" y="4453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 a API + integraciones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272784" y="48006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dedicado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394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gratis en todos los planes · Sin tarjeta de crédito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4114800" cy="41148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¿Demo en vivo?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84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calificar.com.ar/fidelizacion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24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gratis · Sin tarjeta de crédito · Soporte en español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WhatsApp: wa.me/5491123867934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4224528"/>
            <a:ext cx="1225296" cy="237744"/>
          </a:xfrm>
          <a:prstGeom prst="round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422452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87752" y="4224528"/>
            <a:ext cx="1057046" cy="237744"/>
          </a:xfrm>
          <a:prstGeom prst="round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7752" y="4224528"/>
            <a:ext cx="10570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41064" y="4224528"/>
            <a:ext cx="1814170" cy="237744"/>
          </a:xfrm>
          <a:prstGeom prst="round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1064" y="4224528"/>
            <a:ext cx="1814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API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94376" y="4224528"/>
            <a:ext cx="1393546" cy="237744"/>
          </a:xfrm>
          <a:prstGeom prst="round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4376" y="4224528"/>
            <a:ext cx="1393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API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47688" y="4224528"/>
            <a:ext cx="1309421" cy="237744"/>
          </a:xfrm>
          <a:prstGeom prst="round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4224528"/>
            <a:ext cx="1309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NFC 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01000" y="4224528"/>
            <a:ext cx="636422" cy="237744"/>
          </a:xfrm>
          <a:prstGeom prst="round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4224528"/>
            <a:ext cx="6364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En Red Consultora · Argentina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2026-09-15T22:35:06Z</dcterms:created>
  <dcterms:modified xsi:type="dcterms:W3CDTF">2026-09-15T22:35:06Z</dcterms:modified>
</cp:coreProperties>
</file>
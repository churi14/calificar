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192024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058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· 2025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</a:t>
            </a:r>
            <a:endParaRPr lang="en-US" sz="5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 Digital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digitales · NFC · Geolocalización · Google Wallet · Apple Wallet (próximamente)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interna · Calificar.com.ar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6304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programas de fidelidad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tradicionales tienen demasiada fricción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25856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🗂️</a:t>
            </a:r>
            <a:endParaRPr lang="en-US" sz="736" dirty="0"/>
          </a:p>
        </p:txBody>
      </p:sp>
      <p:sp>
        <p:nvSpPr>
          <p:cNvPr id="8" name="Text 6"/>
          <p:cNvSpPr txBox="1"/>
          <p:nvPr/>
        </p:nvSpPr>
        <p:spPr>
          <a:xfrm>
            <a:off x="1216152" y="19202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de papel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16152" y="228600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pierden, se mojan, se olvidan en casa. El cliente pierde todos sus puntos.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402336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225856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9472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📱</a:t>
            </a:r>
            <a:endParaRPr lang="en-US" sz="736" dirty="0"/>
          </a:p>
        </p:txBody>
      </p:sp>
      <p:sp>
        <p:nvSpPr>
          <p:cNvPr id="13" name="Text 11"/>
          <p:cNvSpPr txBox="1"/>
          <p:nvPr/>
        </p:nvSpPr>
        <p:spPr>
          <a:xfrm>
            <a:off x="5468112" y="192024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que nadie descarga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68112" y="228600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Bajísima tasa de adopción. El cliente no instala una app para cada negocio.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376732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🔢</a:t>
            </a:r>
            <a:endParaRPr lang="en-US" sz="736" dirty="0"/>
          </a:p>
        </p:txBody>
      </p:sp>
      <p:sp>
        <p:nvSpPr>
          <p:cNvPr id="18" name="Text 16"/>
          <p:cNvSpPr txBox="1"/>
          <p:nvPr/>
        </p:nvSpPr>
        <p:spPr>
          <a:xfrm>
            <a:off x="1216152" y="34290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complejos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16152" y="379476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Puntos, niveles, canjes... Nadie entiende cómo funciona y termina sin usarlo.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023360" cy="13716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376732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19472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👁️</a:t>
            </a:r>
            <a:endParaRPr lang="en-US" sz="736" dirty="0"/>
          </a:p>
        </p:txBody>
      </p:sp>
      <p:sp>
        <p:nvSpPr>
          <p:cNvPr id="23" name="Text 21"/>
          <p:cNvSpPr txBox="1"/>
          <p:nvPr/>
        </p:nvSpPr>
        <p:spPr>
          <a:xfrm>
            <a:off x="5468112" y="34290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para el negocio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68112" y="3794760"/>
            <a:ext cx="3154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negocio no sabe quién volvió, cuándo ni cuántas veces.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46304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</a:t>
            </a:r>
            <a:endParaRPr lang="en-US" sz="4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Fidelización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programa de puntos completo que vive en el celular del cliente. Sin apps. Sin papel. Sin fricción.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que instalar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32461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977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registrarse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84048"/>
            <a:ext cx="3977640" cy="452628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56692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incluye?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051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Tarjeta en Google Wallet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61848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Sello con NFC o QR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18541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Cupones únicos al completar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752344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Push notifications al celular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31927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 Campañas de cumpleaños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886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Panel de gestión en tiempo real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64592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 pasos simples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92608" y="1417320"/>
            <a:ext cx="2011680" cy="34290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29768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29768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Configurás el programa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29768" y="28803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cantidad de sellos y premio. Listo en 5 minutos.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04288" y="3017520"/>
            <a:ext cx="137160" cy="4572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1448" y="1417320"/>
            <a:ext cx="2011680" cy="34290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78608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se registra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78608" y="28803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 del local, completa nombre y teléfono. La tarjeta aparece en su Wallet.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53128" y="3017520"/>
            <a:ext cx="137160" cy="4572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417320"/>
            <a:ext cx="2011680" cy="34290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27448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727448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sellos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28803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 el celular al NFC o escanea el QR en cada visita.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01968" y="3017520"/>
            <a:ext cx="137160" cy="45720"/>
          </a:xfrm>
          <a:prstGeom prst="rect">
            <a:avLst/>
          </a:prstGeom>
          <a:solidFill>
            <a:srgbClr val="7C3AED">
              <a:alpha val="65000"/>
            </a:srgbClr>
          </a:solidFill>
          <a:ln w="12700">
            <a:solidFill>
              <a:srgbClr val="7C3AED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39128" y="1417320"/>
            <a:ext cx="2011680" cy="342900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76288" y="153619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6876288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Canjea el premio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76288" y="288036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Cupón único al llegar a la meta. Se muestra, se canjea, se reinicia.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28600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DEL CLIENTE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Registrarse tarda 30 segundos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417320"/>
            <a:ext cx="2633472" cy="33375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81328" y="1627632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81328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dirty="0">
                <a:solidFill>
                  <a:srgbClr val="000000"/>
                </a:solidFill>
              </a:rPr>
              <a:t>📲</a:t>
            </a:r>
            <a:endParaRPr lang="en-US" sz="992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3774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9748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QR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318211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cámara del celular. No necesita ninguna app instalada.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55264" y="1417320"/>
            <a:ext cx="2633472" cy="33375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627632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dirty="0">
                <a:solidFill>
                  <a:srgbClr val="000000"/>
                </a:solidFill>
              </a:rPr>
              <a:t>✏️</a:t>
            </a:r>
            <a:endParaRPr lang="en-US" sz="992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23774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269748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sus datos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38144" y="318211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nombre y teléfono. El formulario es rápido y personalizable.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71616" y="1417320"/>
            <a:ext cx="2633472" cy="33375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14032" y="1627632"/>
            <a:ext cx="566928" cy="566928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14032" y="1627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dirty="0">
                <a:solidFill>
                  <a:srgbClr val="000000"/>
                </a:solidFill>
              </a:rPr>
              <a:t>💳</a:t>
            </a:r>
            <a:endParaRPr lang="en-US" sz="992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37744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69748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la tarjeta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3182112"/>
            <a:ext cx="22677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toque, la tarjeta aparece directamente en Google Wallet.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18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 descargar ninguna app     ✓  Funciona en cualquier Android     ✓  La tarjeta vive en la nube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73736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NFC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Sellos rápidos, seguros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sin contacto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NFC?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Field Communication — tecnología inalámbrica de corto alcance (≤ 4 cm) incorporada en todos los smartphones modernos. Es la misma que usan los pagos sin contacto.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El cartelito NFC va en el mostrador del negocio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216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El cliente acerca el celular — el sello se registra al instante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142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Cada sello tiene un token único e irrepetible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06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Tiempo de registro: menos de 2 segundos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599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se puede falsificar ni duplicar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384048"/>
            <a:ext cx="3886200" cy="452628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3872" y="749808"/>
            <a:ext cx="1828800" cy="1828800"/>
          </a:xfrm>
          <a:prstGeom prst="ellipse">
            <a:avLst/>
          </a:prstGeom>
          <a:solidFill>
            <a:srgbClr val="7C3AED">
              <a:alpha val="42000"/>
            </a:srgbClr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33872" y="749808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📡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2724912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acerca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celular al cartel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34015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78BFA"/>
                </a:solidFill>
              </a:rPr>
              <a:t>↓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70332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sello se registra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tiempo real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44074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tocar nada · Sin internet requerido · Instantáneo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28016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no poder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abusado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75488" y="1783080"/>
            <a:ext cx="4041648" cy="138988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5856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🔑</a:t>
            </a:r>
            <a:endParaRPr lang="en-US" sz="736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20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Cupones únicos irrepetibles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04288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cupón de canje tiene un código encriptado único. No se puede duplicar, reenviar ni reutilizar.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83080"/>
            <a:ext cx="4041648" cy="138988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9472" y="225856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9472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🛡️</a:t>
            </a:r>
            <a:endParaRPr lang="en-US" sz="736" dirty="0"/>
          </a:p>
        </p:txBody>
      </p:sp>
      <p:sp>
        <p:nvSpPr>
          <p:cNvPr id="13" name="Text 11"/>
          <p:cNvSpPr txBox="1"/>
          <p:nvPr/>
        </p:nvSpPr>
        <p:spPr>
          <a:xfrm>
            <a:off x="5468112" y="192024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el servidor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68112" y="2304288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sello y canje se valida en tiempo real. El cliente no puede manipular su puntaje desde el celular.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3291840"/>
            <a:ext cx="4041648" cy="138988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76732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⏱️</a:t>
            </a:r>
            <a:endParaRPr lang="en-US" sz="736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4290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NFC con timestamp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813048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sello incluye un token temporal que expira. El mismo toque no registra dos sellos.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91840"/>
            <a:ext cx="4041648" cy="1389888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376732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19472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👤</a:t>
            </a:r>
            <a:endParaRPr lang="en-US" sz="736" dirty="0"/>
          </a:p>
        </p:txBody>
      </p:sp>
      <p:sp>
        <p:nvSpPr>
          <p:cNvPr id="23" name="Text 21"/>
          <p:cNvSpPr txBox="1"/>
          <p:nvPr/>
        </p:nvSpPr>
        <p:spPr>
          <a:xfrm>
            <a:off x="5468112" y="34290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vinculada al teléfono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68112" y="3813048"/>
            <a:ext cx="3172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se registra con su número de teléfono. Un número = una sola tarjeta activa.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82880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GEOLOCALIZACIÓN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cuando</a:t>
            </a:r>
            <a:endParaRPr lang="en-US" sz="2500" dirty="0"/>
          </a:p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está cerca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zona de notificación?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radio geográfico virtual alrededor del negocio. Cuando el cliente entra en esa zona, recibe una notificación push recordándole que puede sumar un sello.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015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El negocio define el radio: 100m, 300m, 500m...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3989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El cliente recibe la notif solo si tiene sellos activos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782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 Máximo 1 notificación por día para no saturar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165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El cliente puede desactivarla desde su celular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384048"/>
            <a:ext cx="3886200" cy="452628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8112" y="777240"/>
            <a:ext cx="2560320" cy="256032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33872" y="1143000"/>
            <a:ext cx="1828800" cy="18288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99632" y="1508760"/>
            <a:ext cx="1097280" cy="1097280"/>
          </a:xfrm>
          <a:prstGeom prst="ellipse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A78BFA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0256" y="1929384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0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559552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🚶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983480" y="352044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personalizable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local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42062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"Pasás cerca, acordate que tenés 3 sellos"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GESTIÓN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bajo control, en tiempo real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38912" y="1572768"/>
            <a:ext cx="2633472" cy="15087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103120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👥</a:t>
            </a:r>
            <a:endParaRPr lang="en-US" sz="736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7556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clientes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167128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teléfono, sellos acumulados y fecha de última visita.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55264" y="1572768"/>
            <a:ext cx="2633472" cy="15087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8144" y="2103120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8144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📊</a:t>
            </a:r>
            <a:endParaRPr lang="en-US" sz="736" dirty="0"/>
          </a:p>
        </p:txBody>
      </p:sp>
      <p:sp>
        <p:nvSpPr>
          <p:cNvPr id="13" name="Text 11"/>
          <p:cNvSpPr txBox="1"/>
          <p:nvPr/>
        </p:nvSpPr>
        <p:spPr>
          <a:xfrm>
            <a:off x="3986784" y="17556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86784" y="2167128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volvió, cuándo y cuántas veces. Frecuencia por cliente.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71616" y="1572768"/>
            <a:ext cx="2633472" cy="15087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2103120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54496" y="2103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🎫</a:t>
            </a:r>
            <a:endParaRPr lang="en-US" sz="736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1755648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canjes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2167128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Validá cupones con un click. Historial completo de canjes.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236976"/>
            <a:ext cx="2633472" cy="15087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" y="376732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1792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📤</a:t>
            </a:r>
            <a:endParaRPr lang="en-US" sz="736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341985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3831336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Descargá tu base de clientes: nombre y teléfono para campañas.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55264" y="3236976"/>
            <a:ext cx="2633472" cy="15087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38144" y="376732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38144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🔔</a:t>
            </a:r>
            <a:endParaRPr lang="en-US" sz="736" dirty="0"/>
          </a:p>
        </p:txBody>
      </p:sp>
      <p:sp>
        <p:nvSpPr>
          <p:cNvPr id="28" name="Text 26"/>
          <p:cNvSpPr txBox="1"/>
          <p:nvPr/>
        </p:nvSpPr>
        <p:spPr>
          <a:xfrm>
            <a:off x="3986784" y="341985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986784" y="3831336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Enviá notificaciones a todos o a un segmento de clientes.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71616" y="3236976"/>
            <a:ext cx="2633472" cy="150876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3767328"/>
            <a:ext cx="420624" cy="420624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54496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6" dirty="0">
                <a:solidFill>
                  <a:srgbClr val="000000"/>
                </a:solidFill>
              </a:rPr>
              <a:t>⚙️</a:t>
            </a:r>
            <a:endParaRPr lang="en-US" sz="736" dirty="0"/>
          </a:p>
        </p:txBody>
      </p:sp>
      <p:sp>
        <p:nvSpPr>
          <p:cNvPr id="33" name="Text 31"/>
          <p:cNvSpPr txBox="1"/>
          <p:nvPr/>
        </p:nvSpPr>
        <p:spPr>
          <a:xfrm>
            <a:off x="6803136" y="3419856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flexible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03136" y="3831336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Cambiá sellos, premio, colores y logo cuando quieras.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731520"/>
            <a:ext cx="7315200" cy="73152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155448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20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PRÓXIMAMENTE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4124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Wallet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848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de fidelización también disponible para iPhone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8163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🍎  Compatible con iPhone 6s en adelante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8163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Misma tarjeta, mismo sistema, distinta plataforma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5021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El sello NFC funciona igual en iOS y Android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50215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Push notifications nativas en iPhone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73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 · Q1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1920240" cy="274320"/>
          </a:xfrm>
          <a:prstGeom prst="round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926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Y PRECIOS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Empezás gratis, escalás cuando querés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38912" y="1353312"/>
            <a:ext cx="2633472" cy="361188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148132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9659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670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03580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programa de fidelidad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339242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Notificaciones ilimitadas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74904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Cartelito NFC + QR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410565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Panel de gestión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" y="446227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Exportar clientes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55264" y="1353312"/>
            <a:ext cx="2633472" cy="36118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30752" y="1261872"/>
            <a:ext cx="1664208" cy="246888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30752" y="126187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148132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19659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$19.99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3419856" y="2670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419856" y="303580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Hasta 3 programas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419856" y="339242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Campañas de cumpleaños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419856" y="374904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Formulario personalizable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419856" y="410565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Cupones únicos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419856" y="446227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Zonas de geolocalización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71616" y="1353312"/>
            <a:ext cx="2633472" cy="3611880"/>
          </a:xfrm>
          <a:prstGeom prst="rect">
            <a:avLst/>
          </a:prstGeom>
          <a:solidFill>
            <a:srgbClr val="0F1628"/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6208" y="1481328"/>
            <a:ext cx="23042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196596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$49.99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6236208" y="2670048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mes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236208" y="3035808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Programas ilimitados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236208" y="339242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Sucursales ilimitadas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3749040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Múltiples usuarios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36208" y="4105656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Geo-zonas ilimitadas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36208" y="4462272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+ integración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82803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días gratis en todos los planes · Sin tarjeta de crédito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097280"/>
            <a:ext cx="5029200" cy="50292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011680"/>
            <a:ext cx="3840480" cy="384048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1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68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calificar.com.ar/fidelizacion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700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Podemos hacer una demo en vivo · 14 días gratis · Sin tarjeta de crédito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Consultas: wa.me/5491123867934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Calificar · En Red Consultora · Argentina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2026-09-14T23:44:31Z</dcterms:created>
  <dcterms:modified xsi:type="dcterms:W3CDTF">2026-09-14T23:44:31Z</dcterms:modified>
</cp:coreProperties>
</file>
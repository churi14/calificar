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828800"/>
            <a:ext cx="5943600" cy="5943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474720"/>
            <a:ext cx="3657600" cy="36576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3401568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3401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SISTEMA DE FIDELIZACIÓN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307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· Apple Wallet · NFC · PWA · Geolocalización · Push Notifications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 · Calificar.com.ar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634947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63494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Calificar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664208" cy="2423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81328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🏪</a:t>
            </a:r>
            <a:endParaRPr lang="en-US" sz="992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176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984248" y="2331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93976" y="1325880"/>
            <a:ext cx="1664208" cy="2423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481328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2616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📡</a:t>
            </a:r>
            <a:endParaRPr lang="en-US" sz="992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2176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/ QR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39696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58184" y="2331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67912" y="1325880"/>
            <a:ext cx="1664208" cy="2423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6552" y="1481328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16552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📱</a:t>
            </a:r>
            <a:endParaRPr lang="en-US" sz="992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176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13632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o escanea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su celular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2331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41848" y="1325880"/>
            <a:ext cx="1664208" cy="2423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0488" y="1481328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90488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💳</a:t>
            </a:r>
            <a:endParaRPr lang="en-US" sz="992" dirty="0"/>
          </a:p>
        </p:txBody>
      </p:sp>
      <p:sp>
        <p:nvSpPr>
          <p:cNvPr id="26" name="Text 24"/>
          <p:cNvSpPr txBox="1"/>
          <p:nvPr/>
        </p:nvSpPr>
        <p:spPr>
          <a:xfrm>
            <a:off x="5687568" y="2176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87568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Google/Apple Wallet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06056" y="2331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15784" y="1325880"/>
            <a:ext cx="1664208" cy="2423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64424" y="1481328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64424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🏆</a:t>
            </a:r>
            <a:endParaRPr lang="en-US" sz="992" dirty="0"/>
          </a:p>
        </p:txBody>
      </p:sp>
      <p:sp>
        <p:nvSpPr>
          <p:cNvPr id="32" name="Text 30"/>
          <p:cNvSpPr txBox="1"/>
          <p:nvPr/>
        </p:nvSpPr>
        <p:spPr>
          <a:xfrm>
            <a:off x="7461504" y="217627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único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858768"/>
            <a:ext cx="8732520" cy="89611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 de cada sello: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2245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registra la transacción  →  Servidor genera token único de seguridad  →  Detecta si se alcanzó un hito o la meta final  →  Actualiza la tarjeta en Wallet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0822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5508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Google Wallet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lo usamos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es la billetera digital de Google, preinstalada en todos los teléfonos Android modernos. Permite guardar tarjetas de crédito, pases de embarque, entradas a eventos y — en nuestro caso — tarjetas de fidelidad.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☁️</a:t>
            </a:r>
            <a:endParaRPr lang="en-US" sz="672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disponible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73405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vive en la nube de Google. El cliente no puede perderla aunque cambie de celular.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🔔</a:t>
            </a:r>
            <a:endParaRPr lang="en-US" sz="672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propias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3284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puede enviar alertas desde la tarjeta sin necesitar ninguna app nuestra.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✏️</a:t>
            </a:r>
            <a:endParaRPr lang="en-US" sz="672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3922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en tiempo real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9227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suma un sello, la tarjeta se actualiza sola sin que el cliente haga nada.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🔒</a:t>
            </a:r>
            <a:endParaRPr lang="en-US" sz="672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517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Firmada por Google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51713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 es un JWT firmado con nuestra clave privada. Imposible de falsificar.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28616" y="146304"/>
            <a:ext cx="3858768" cy="4882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01168"/>
            <a:ext cx="3749040" cy="4773168"/>
          </a:xfrm>
          <a:prstGeom prst="rect">
            <a:avLst/>
          </a:prstGeom>
          <a:solidFill>
            <a:srgbClr val="1C1C1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37744"/>
            <a:ext cx="5486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457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48072" y="822960"/>
            <a:ext cx="3419856" cy="171907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676656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39512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Fidelidad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39512" y="16459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⭐⭐⭐⭐⭐⭐☆☆☆☆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239512" y="1956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 · Te falta 1 pizza gratis 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39512" y="2670048"/>
            <a:ext cx="323697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94376" y="2706624"/>
            <a:ext cx="54864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09590" y="2706624"/>
            <a:ext cx="9144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24805" y="2706624"/>
            <a:ext cx="36576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40019" y="2706624"/>
            <a:ext cx="73152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55234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5662" y="2706624"/>
            <a:ext cx="914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0877" y="2706624"/>
            <a:ext cx="36576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6091" y="2706624"/>
            <a:ext cx="73152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1306" y="2706624"/>
            <a:ext cx="54864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1734" y="2706624"/>
            <a:ext cx="9144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6949" y="2706624"/>
            <a:ext cx="36576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92163" y="2706624"/>
            <a:ext cx="73152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7378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2592" y="2706624"/>
            <a:ext cx="54864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7806" y="2706624"/>
            <a:ext cx="9144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53021" y="2706624"/>
            <a:ext cx="36576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8235" y="2706624"/>
            <a:ext cx="73152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83450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98664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13878" y="2706624"/>
            <a:ext cx="914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29093" y="2706624"/>
            <a:ext cx="36576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44307" y="2706624"/>
            <a:ext cx="73152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59522" y="2706624"/>
            <a:ext cx="54864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74736" y="2706624"/>
            <a:ext cx="54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983480" y="3346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Mostrá este código para canjear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48072" y="3630168"/>
            <a:ext cx="3419856" cy="475488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48072" y="3630168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Agregar otra tarjeta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28570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7285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· PRÓXIMAMENTE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Apple Wallet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cuándo llega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(antes Passbook) es la billetera digital nativa de iPhone e integrada en el Apple Watch. Al igual que Google Wallet, permite almacenar tarjetas de crédito, pases y tarjetas de fidelidad.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4114800" cy="896112"/>
          </a:xfrm>
          <a:prstGeom prst="rect">
            <a:avLst/>
          </a:prstGeom>
          <a:solidFill>
            <a:srgbClr val="1A120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8529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En desarrollo — Q1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14553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los usuarios iPhone pueden registrarse y ver su progreso desde Safari, pero aún no tienen la tarjeta nativa en Wallet.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1965960" cy="1234440"/>
          </a:xfrm>
          <a:prstGeom prst="rect">
            <a:avLst/>
          </a:prstGeom>
          <a:solidFill>
            <a:srgbClr val="0A1A0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(disponible ahora)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33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Android 6.0+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52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Tarjeta nativa en Wallet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72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Push desde la tarjeta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7914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NFC sello sin 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3794760"/>
            <a:ext cx="1965960" cy="1234440"/>
          </a:xfrm>
          <a:prstGeom prst="rect">
            <a:avLst/>
          </a:prstGeom>
          <a:solidFill>
            <a:srgbClr val="0A0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15768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 (próximamente)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715768" y="4133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iPhone 6s+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15768" y="43525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PassKit firmado por Apple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715768" y="4572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Push notifications nativas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715768" y="47914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NFC igual que en Android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28616" y="146304"/>
            <a:ext cx="3858768" cy="4882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01168"/>
            <a:ext cx="3749040" cy="4773168"/>
          </a:xfrm>
          <a:prstGeom prst="rect">
            <a:avLst/>
          </a:prstGeom>
          <a:solidFill>
            <a:srgbClr val="F2F2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37744"/>
            <a:ext cx="5486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457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148072" y="859536"/>
            <a:ext cx="3419856" cy="19202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731520"/>
            <a:ext cx="1417320" cy="1417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100584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La Trattoria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137160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Fidelidad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168249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⭐⭐⭐⭐⭐⭐☆☆☆☆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201168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 · Pizza gratis al completar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01968" y="2898648"/>
            <a:ext cx="512064" cy="51206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01968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239512" y="3511296"/>
            <a:ext cx="3236976" cy="56692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49240" y="36027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Visa ···· 4521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9512" y="4114800"/>
            <a:ext cx="3236976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49240" y="4206240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American Airlines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49240" y="4754880"/>
            <a:ext cx="3017520" cy="2743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49240" y="4754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En desarrollo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39696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CLIENTE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cero a tarjeta digital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segundos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1</a:t>
            </a:r>
            <a:endParaRPr lang="en-US" sz="704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0299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cámara nativa del celular — sin descargar ninguna 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2</a:t>
            </a:r>
            <a:endParaRPr lang="en-US" sz="704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nombre y teléfono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0540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breve, personalizable por cada negocio.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3</a:t>
            </a:r>
            <a:endParaRPr lang="en-US" sz="704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tarjeta en Wallet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4078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toque y la tarjeta aparece en Google Wallet (o Apple Wallet próximamente).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4773168"/>
            <a:ext cx="41605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80974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app   ✓ Funciona en Android y iPhone   ✓ La tarjeta queda en la nube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28616" y="146304"/>
            <a:ext cx="3858768" cy="4882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01168"/>
            <a:ext cx="37490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37744"/>
            <a:ext cx="5486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84048"/>
            <a:ext cx="37490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8072" y="475488"/>
            <a:ext cx="530352" cy="53035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48072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8" dirty="0">
                <a:solidFill>
                  <a:srgbClr val="000000"/>
                </a:solidFill>
              </a:rPr>
              <a:t>🍕</a:t>
            </a:r>
            <a:endParaRPr lang="en-US" sz="928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5120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804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Sumate al programa de fidelidad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25272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66360" y="1472184"/>
            <a:ext cx="3419856" cy="34747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76088" y="14996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María García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19202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(WhatsApp)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66360" y="2139696"/>
            <a:ext cx="3419856" cy="347472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76088" y="216712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2345-6789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66360" y="2624328"/>
            <a:ext cx="3419856" cy="40233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66360" y="26243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Registrarme gratis →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66360" y="3145536"/>
            <a:ext cx="3419856" cy="512064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76088" y="32004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696712" y="321868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Google Wallet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983480" y="37856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iPhone? También funciona desde Safari ↗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34947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63494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NFC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sello: apoyás el celular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listo en 2 segundos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📍</a:t>
            </a:r>
            <a:endParaRPr lang="en-US" sz="672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 NFC en el mostrador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0116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chip NFC encapsulado. No necesita batería ni internet.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📲</a:t>
            </a:r>
            <a:endParaRPr lang="en-US" sz="672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apoya su celular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28163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 alcance menor a 4 cm. Compatible con Android y iPhone.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⚡</a:t>
            </a:r>
            <a:endParaRPr lang="en-US" sz="672" dirty="0"/>
          </a:p>
        </p:txBody>
      </p:sp>
      <p:sp>
        <p:nvSpPr>
          <p:cNvPr id="15" name="Text 13"/>
          <p:cNvSpPr txBox="1"/>
          <p:nvPr/>
        </p:nvSpPr>
        <p:spPr>
          <a:xfrm>
            <a:off x="969264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registra el sello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36210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ocurre en el servidor — el cliente no puede manipularla.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69664"/>
            <a:ext cx="384048" cy="38404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2" dirty="0">
                <a:solidFill>
                  <a:srgbClr val="000000"/>
                </a:solidFill>
              </a:rPr>
              <a:t>💳</a:t>
            </a:r>
            <a:endParaRPr lang="en-US" sz="672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4151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se actualiza sola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44256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recibe el nuevo puntaje automáticamente.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41148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992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NFC? El mismo proceso funciona escaneando el QR del cartel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28616" y="146304"/>
            <a:ext cx="3858768" cy="4882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01168"/>
            <a:ext cx="37490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37744"/>
            <a:ext cx="548640" cy="1097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768096"/>
            <a:ext cx="1243584" cy="1243584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768096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1396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¡Sello sumado!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2651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acumulados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3657600"/>
            <a:ext cx="3383280" cy="14630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3657600"/>
            <a:ext cx="2368296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faltan 3 sellos para tu pizza gratis 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6360" y="4224528"/>
            <a:ext cx="338328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66360" y="4224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 tarjeta →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03197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031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· PWA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PWA y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Calificar la usa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33932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27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= Progressive Web App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38528"/>
            <a:ext cx="7991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PWA es una página web que se comporta como una app nativa. Se instala desde el navegador, aparece en la pantalla de inicio del celular, puede funcionar sin internet y recibir notificaciones — todo sin pasar por el App Store ni Google Play.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4041648" cy="2487168"/>
          </a:xfrm>
          <a:prstGeom prst="rect">
            <a:avLst/>
          </a:prstGeom>
          <a:solidFill>
            <a:srgbClr val="1A080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6040"/>
            <a:ext cx="4041648" cy="402336"/>
          </a:xfrm>
          <a:prstGeom prst="rect">
            <a:avLst/>
          </a:prstGeom>
          <a:solidFill>
            <a:srgbClr val="7F1D1D">
              <a:alpha val="60000"/>
            </a:srgbClr>
          </a:solidFill>
          <a:ln w="12700">
            <a:solidFill>
              <a:srgbClr val="7F1D1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426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nativa (tradicional)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09067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Requiere publicar en App Store y Google Play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49300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 usuario tiene que descargarla (fricción alta)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89534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Actualizaciones manuales para el usuario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429768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Proceso de aprobación de Apple/Google (semanas)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70001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Costo alto de desarrollo (iOS + Android por separado)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2606040"/>
            <a:ext cx="4041648" cy="2487168"/>
          </a:xfrm>
          <a:prstGeom prst="rect">
            <a:avLst/>
          </a:prstGeom>
          <a:solidFill>
            <a:srgbClr val="081A0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2606040"/>
            <a:ext cx="4041648" cy="402336"/>
          </a:xfrm>
          <a:prstGeom prst="rect">
            <a:avLst/>
          </a:prstGeom>
          <a:solidFill>
            <a:srgbClr val="14532D">
              <a:alpha val="60000"/>
            </a:srgbClr>
          </a:solidFill>
          <a:ln w="12700">
            <a:solidFill>
              <a:srgbClr val="14532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26426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PWA (Calificar)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09067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instala directo desde el navegador con un click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49300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usuario no tiene que "descargar" nada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89534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actualiza automáticamente (el dueño publica y listo)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29768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Funciona en Android e iPhone sin dos proyectos separados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70001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 a NFC, push notifications y geolocalización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833932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5202936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cliente de Calificar instala la tarjeta desde el navegador → queda en su Wallet → recibe notificaciones → puede sellar con NFC. Sin app store. Sin fricción.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87322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873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NEGOCIO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tiene control total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panel web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73936"/>
            <a:ext cx="347472" cy="34747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8" dirty="0">
                <a:solidFill>
                  <a:srgbClr val="000000"/>
                </a:solidFill>
              </a:rPr>
              <a:t>📊</a:t>
            </a:r>
            <a:endParaRPr lang="en-US" sz="608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7190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1719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y visitas del día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347472" cy="34747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8" dirty="0">
                <a:solidFill>
                  <a:srgbClr val="000000"/>
                </a:solidFill>
              </a:rPr>
              <a:t>👥</a:t>
            </a:r>
            <a:endParaRPr lang="en-US" sz="608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377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29968" y="23774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búsqueda y detalle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8" dirty="0">
                <a:solidFill>
                  <a:srgbClr val="000000"/>
                </a:solidFill>
              </a:rPr>
              <a:t>💳</a:t>
            </a:r>
            <a:endParaRPr lang="en-US" sz="608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30358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colores, hitos y premio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8" dirty="0">
                <a:solidFill>
                  <a:srgbClr val="000000"/>
                </a:solidFill>
              </a:rPr>
              <a:t>📤</a:t>
            </a:r>
            <a:endParaRPr lang="en-US" sz="608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029968" y="36941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base con nombre y tel.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407408"/>
            <a:ext cx="347472" cy="347472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8" dirty="0">
                <a:solidFill>
                  <a:srgbClr val="000000"/>
                </a:solidFill>
              </a:rPr>
              <a:t>🔔</a:t>
            </a:r>
            <a:endParaRPr lang="en-US" sz="608" dirty="0"/>
          </a:p>
        </p:txBody>
      </p:sp>
      <p:sp>
        <p:nvSpPr>
          <p:cNvPr id="23" name="Text 21"/>
          <p:cNvSpPr txBox="1"/>
          <p:nvPr/>
        </p:nvSpPr>
        <p:spPr>
          <a:xfrm>
            <a:off x="932688" y="4352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29968" y="43525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todos o por segmento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15968" y="201168"/>
            <a:ext cx="4773168" cy="4956048"/>
          </a:xfrm>
          <a:prstGeom prst="rect">
            <a:avLst/>
          </a:prstGeom>
          <a:solidFill>
            <a:srgbClr val="0F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201168"/>
            <a:ext cx="477316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28346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2834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834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47488" y="2377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calificar.com.ar/negocio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15968" y="475488"/>
            <a:ext cx="1051560" cy="4681728"/>
          </a:xfrm>
          <a:prstGeom prst="rect">
            <a:avLst/>
          </a:prstGeom>
          <a:solidFill>
            <a:srgbClr val="080E1C"/>
          </a:solidFill>
          <a:ln w="12700">
            <a:solidFill>
              <a:srgbClr val="080E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475488"/>
            <a:ext cx="1051560" cy="47548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0" y="548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Hoy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389120" y="1078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Clientes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16093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Tarjeta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2139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Exportar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389120" y="2670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548640"/>
            <a:ext cx="1097280" cy="749808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59552" y="5852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HOY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5559552" y="804672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6675120" y="548640"/>
            <a:ext cx="1097280" cy="749808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48272" y="5852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650" dirty="0"/>
          </a:p>
        </p:txBody>
      </p:sp>
      <p:sp>
        <p:nvSpPr>
          <p:cNvPr id="43" name="Text 41"/>
          <p:cNvSpPr txBox="1"/>
          <p:nvPr/>
        </p:nvSpPr>
        <p:spPr>
          <a:xfrm>
            <a:off x="6748272" y="804672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7863840" y="548640"/>
            <a:ext cx="1097280" cy="749808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36992" y="58521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7936992" y="804672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5486400" y="1408176"/>
            <a:ext cx="3529584" cy="1207008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96128" y="144475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por día — últimos 7 días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14416" y="2002536"/>
            <a:ext cx="329184" cy="356616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9904" y="1865376"/>
            <a:ext cx="329184" cy="493776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5392" y="2057400"/>
            <a:ext cx="329184" cy="301752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40880" y="1755648"/>
            <a:ext cx="329184" cy="603504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16368" y="1933956"/>
            <a:ext cx="329184" cy="425196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91856" y="1707642"/>
            <a:ext cx="329184" cy="651510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67344" y="1824228"/>
            <a:ext cx="329184" cy="534924"/>
          </a:xfrm>
          <a:prstGeom prst="round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0" y="2715768"/>
            <a:ext cx="3529584" cy="2359152"/>
          </a:xfrm>
          <a:prstGeom prst="rect">
            <a:avLst/>
          </a:prstGeom>
          <a:solidFill>
            <a:srgbClr val="0A0F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96128" y="276148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recientes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486400" y="3035808"/>
            <a:ext cx="3529584" cy="438912"/>
          </a:xfrm>
          <a:prstGeom prst="rect">
            <a:avLst/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96128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G.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6803136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sellos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973568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596128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R.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803136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sellos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7973568" y="3584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0" y="3986784"/>
            <a:ext cx="3529584" cy="438912"/>
          </a:xfrm>
          <a:prstGeom prst="rect">
            <a:avLst/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96128" y="4059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P.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803136" y="4059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⭐ Premio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7973568" y="4059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5596128" y="4535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M.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6803136" y="4535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sellos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7973568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86016" y="4864608"/>
            <a:ext cx="182880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986016" y="4864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Exportar CSV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19072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cuando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está cerca del local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83664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define un radio virtual alrededor del local (100m, 300m, 500m…). Cuando el cliente entra en esa zona con la PWA instalada, el Service Worker detecta la ubicación y envía automáticamente una notificación push.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114800" cy="932688"/>
          </a:xfrm>
          <a:prstGeom prst="rect">
            <a:avLst/>
          </a:prstGeom>
          <a:solidFill>
            <a:srgbClr val="1A120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4114800" cy="32004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825496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Requisito importante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145536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geolocalización en background SOLO funciona con la PWA instalada (ícono en la pantalla de inicio) o con la tarjeta nativa en Google Wallet / Apple Wallet. Desde el navegador web convencional, el sistema operativo bloquea el acceso a la ubicación cuando la página está cerrada.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58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Máx. 1 notif por día por cliente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El cliente puede desactivarla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537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 También se envía en cumpleaños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57200"/>
            <a:ext cx="4114800" cy="431596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548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notificación activa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93208" y="585216"/>
            <a:ext cx="3438144" cy="3438144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0408" y="1042416"/>
            <a:ext cx="2523744" cy="2523744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A78BFA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481328"/>
            <a:ext cx="1645920" cy="164592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A78BFA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1920240"/>
            <a:ext cx="768096" cy="76809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82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9672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2239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2231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321808" y="2231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39319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4096512"/>
            <a:ext cx="457200" cy="4572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5604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🍕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5504688" y="4114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Trattoria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504688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Pasás cerca 👀 Tenés 7 sellos — ¡vení a buscar tu premio!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03197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031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VS PWA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ciertas funciones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funcionan en el navegador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4187952" cy="3611880"/>
          </a:xfrm>
          <a:prstGeom prst="rect">
            <a:avLst/>
          </a:prstGeom>
          <a:solidFill>
            <a:srgbClr val="18080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572768"/>
            <a:ext cx="4187952" cy="402336"/>
          </a:xfrm>
          <a:prstGeom prst="rect">
            <a:avLst/>
          </a:prstGeom>
          <a:solidFill>
            <a:srgbClr val="7F1D1D">
              <a:alpha val="60000"/>
            </a:srgbClr>
          </a:solidFill>
          <a:ln w="12700">
            <a:solidFill>
              <a:srgbClr val="7F1D1D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1609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Navegador común (Chrome/Safari sin instalar)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08483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Geolocalización bloqueada cuando la página está en background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51760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geofencing (no detecta "entrada a zona")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218688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Push notifications limitadas o nulas en iOS Safari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785616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corre código cuando el usuario cierra el navegador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4352544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acceso al lector NFC en iPhone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72768"/>
            <a:ext cx="4187952" cy="3611880"/>
          </a:xfrm>
          <a:prstGeom prst="rect">
            <a:avLst/>
          </a:prstGeom>
          <a:solidFill>
            <a:srgbClr val="08180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72768"/>
            <a:ext cx="4187952" cy="402336"/>
          </a:xfrm>
          <a:prstGeom prst="rect">
            <a:avLst/>
          </a:prstGeom>
          <a:solidFill>
            <a:srgbClr val="14532D">
              <a:alpha val="60000"/>
            </a:srgbClr>
          </a:solidFill>
          <a:ln w="12700">
            <a:solidFill>
              <a:srgbClr val="14532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609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PWA instalada + Google/Apple Wallet (Calificar)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208483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 Worker corre en background aunque cierre el browser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10912" y="2651760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Geolocation API + SW = geofencing sin App Store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3218688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Push API funciona en Android Chrome natively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3785616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NFC en Android Chrome vía Web NFC API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10912" y="4352544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Tarjeta en Wallet envía sus propias notificaciones nativas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5257800"/>
            <a:ext cx="8796528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5294376"/>
            <a:ext cx="8430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Calificar usa PWA + Service Worker: el cliente instala la tarjeta una sola vez y el sistema puede notificarlo, localizarlo y registrar sellos NFC — sin publicar en ningún store.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14323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2143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hacer trampa: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capas de protección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901952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🔑</a:t>
            </a:r>
            <a:endParaRPr lang="en-US" sz="704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1682496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sello único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0299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firmado con clave privada. El mismo toque nunca puede sellar dos veces.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18888" y="1572768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1901952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6519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🛡️</a:t>
            </a:r>
            <a:endParaRPr lang="en-US" sz="704" dirty="0"/>
          </a:p>
        </p:txBody>
      </p:sp>
      <p:sp>
        <p:nvSpPr>
          <p:cNvPr id="13" name="Text 11"/>
          <p:cNvSpPr txBox="1"/>
          <p:nvPr/>
        </p:nvSpPr>
        <p:spPr>
          <a:xfrm>
            <a:off x="5495544" y="1682496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100% server-side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95544" y="202996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puede modificar su puntaje. Todo se valida en el servidor.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779776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108960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⏱️</a:t>
            </a:r>
            <a:endParaRPr lang="en-US" sz="704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288950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de 24 horas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323697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sello máximo por día por cliente. El sistema bloquea el segundo intento.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2779776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3108960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🎫</a:t>
            </a:r>
            <a:endParaRPr lang="en-US" sz="704" dirty="0"/>
          </a:p>
        </p:txBody>
      </p:sp>
      <p:sp>
        <p:nvSpPr>
          <p:cNvPr id="23" name="Text 21"/>
          <p:cNvSpPr txBox="1"/>
          <p:nvPr/>
        </p:nvSpPr>
        <p:spPr>
          <a:xfrm>
            <a:off x="5495544" y="288950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de uso único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95544" y="323697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encriptado que se invalida al canjearse. No se puede reutilizar.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986784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" y="4315968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👤</a:t>
            </a:r>
            <a:endParaRPr lang="en-US" sz="704" dirty="0"/>
          </a:p>
        </p:txBody>
      </p:sp>
      <p:sp>
        <p:nvSpPr>
          <p:cNvPr id="28" name="Text 26"/>
          <p:cNvSpPr txBox="1"/>
          <p:nvPr/>
        </p:nvSpPr>
        <p:spPr>
          <a:xfrm>
            <a:off x="1088136" y="409651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teléfono = una tarjeta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" y="444398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pueden crear dos tarjetas con el mismo número de teléfono.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18888" y="3986784"/>
            <a:ext cx="4187952" cy="1078992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4315968"/>
            <a:ext cx="402336" cy="4023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6519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4" dirty="0">
                <a:solidFill>
                  <a:srgbClr val="000000"/>
                </a:solidFill>
              </a:rPr>
              <a:t>🔒</a:t>
            </a:r>
            <a:endParaRPr lang="en-US" sz="704" dirty="0"/>
          </a:p>
        </p:txBody>
      </p:sp>
      <p:sp>
        <p:nvSpPr>
          <p:cNvPr id="33" name="Text 31"/>
          <p:cNvSpPr txBox="1"/>
          <p:nvPr/>
        </p:nvSpPr>
        <p:spPr>
          <a:xfrm>
            <a:off x="5495544" y="409651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empleados pueden sellar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95544" y="444398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de sello requiere login del negocio. El cliente no puede autosellarse.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03197" cy="246888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031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Empezás gratis,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escalás cuando querés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2697480" cy="370332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programa de fidelidad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401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Notificaciones push ilimitadas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749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Cartel NFC + QR para el mostrador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4096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con estadísticas en tiempo real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Exportar clientes (nombre + teléfono)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4791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en español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1572768"/>
            <a:ext cx="2697480" cy="37033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481328"/>
            <a:ext cx="1682496" cy="23774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14813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3438144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Hasta 3 programas de fidelidad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38144" y="3401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Campañas de cumpleaños automáticas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38144" y="3749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Formulario de registro personalizable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438144" y="4096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Cupones únicos al completar la tarjeta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38144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Zonas de geo-notificación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38144" y="4791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08192" y="1572768"/>
            <a:ext cx="2697480" cy="370332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72784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72784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6272784" y="2743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72784" y="3054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Programas ilimitados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72784" y="3401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Sucursales ilimitadas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72784" y="37490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Múltiples usuarios por negocio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72784" y="4096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Geo-zonas ilimitadas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72784" y="4443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 a API + integraciones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272784" y="47914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dedicado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349240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gratis en todos los planes · Sin tarjeta de crédito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943600" cy="5943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4572000" cy="45720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3268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¿Demo en vivo?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996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calificar.com.ar/fidelizacion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gratis · Sin tarjeta de crédito · Soporte en español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64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WhatsApp: wa.me/5491123867934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-683971" y="4224528"/>
            <a:ext cx="1499616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-683971" y="42245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5373" y="4224528"/>
            <a:ext cx="1331366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5373" y="4224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66467" y="4224528"/>
            <a:ext cx="2088490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66467" y="4224528"/>
            <a:ext cx="2088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64685" y="4224528"/>
            <a:ext cx="1667866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4685" y="4224528"/>
            <a:ext cx="16678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42278" y="4224528"/>
            <a:ext cx="1583741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2278" y="4224528"/>
            <a:ext cx="15837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NFC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35747" y="4224528"/>
            <a:ext cx="2340864" cy="256032"/>
          </a:xfrm>
          <a:prstGeom prst="round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35747" y="42245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Service Worker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En Red Consultora · Argentina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2026-09-15T22:46:46Z</dcterms:created>
  <dcterms:modified xsi:type="dcterms:W3CDTF">2026-09-15T22:46:46Z</dcterms:modified>
</cp:coreProperties>
</file>
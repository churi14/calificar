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e8088c71-d388-d3e0-d237-abd6122847ad}">
          <p14:sldIdLst>
            <p14:sldId id="256"/>
          </p14:sldIdLst>
        </p14:section>
        <p14:section name="El Problema" id="{6bcb1e9b-7bba-c7bf-2c3d-dc7ab140e3d4}">
          <p14:sldIdLst>
            <p14:sldId id="257"/>
            <p14:sldId id="258"/>
          </p14:sldIdLst>
        </p14:section>
        <p14:section name="Diferencial" id="{f84255cd-ab6f-625c-47d5-d19b90b17501}">
          <p14:sldIdLst>
            <p14:sldId id="259"/>
          </p14:sldIdLst>
        </p14:section>
        <p14:section name="Tecnologia" id="{1915ca81-fe19-c266-7238-7ae012ee76c9}">
          <p14:sldIdLst>
            <p14:sldId id="260"/>
            <p14:sldId id="261"/>
          </p14:sldIdLst>
        </p14:section>
        <p14:section name="Propuesta" id="{0a4bd758-89b2-0b8a-216c-f5132862b7d9}">
          <p14:sldIdLst>
            <p14:sldId id="262"/>
          </p14:sldIdLst>
        </p14:section>
        <p14:section name="Cierre" id="{34ffe51f-3e3e-0f43-95fb-4e482490fa3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 en el mostrador.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calificar.com.ar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calificar.com.ar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">
    <p:bg>
      <p:bgPr>
        <a:solidFill>
          <a:srgbClr val="E85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389120" cy="4389120"/>
          </a:xfrm>
          <a:prstGeom prst="ellipse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365760"/>
            <a:ext cx="2194560" cy="2194560"/>
          </a:xfrm>
          <a:prstGeom prst="ellipse">
            <a:avLst/>
          </a:prstGeom>
          <a:solidFill>
            <a:srgbClr val="E8522A">
              <a:alpha val="3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657600"/>
            <a:ext cx="2926080" cy="2926080"/>
          </a:xfrm>
          <a:prstGeom prst="ellipse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75488"/>
            <a:ext cx="54864" cy="512064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457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calificar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 de puntos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sus clientes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realmente usan.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digital de fidelización para comercios locales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tarjeta de cartón tiene tres problemas que le cuestan clientes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7F7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67028" y="1280160"/>
            <a:ext cx="694944" cy="694944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67028" y="12801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✗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pierden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40% de los clientes pierde o olvida la tarjeta antes de completarla. El esfuerzo de fidelización se va con ella.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7F7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0228" y="1280160"/>
            <a:ext cx="694944" cy="694944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0228" y="12801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✗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1031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falsifican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606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digital, cualquiera completa sellos a mano. El negocio regala premios sin que fueran ganados.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7F7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3428" y="1280160"/>
            <a:ext cx="694944" cy="694944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3428" y="12801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✗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1031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datos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606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quién es su cliente, cuántas veces vino ni cuánto gastó. Sin datos no hay estrategia posible.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tres pasos, sin instalar nada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90088" y="1581912"/>
            <a:ext cx="146304" cy="54864"/>
          </a:xfrm>
          <a:prstGeom prst="rect">
            <a:avLst/>
          </a:prstGeom>
          <a:solidFill>
            <a:srgbClr val="3D3D6A"/>
          </a:solidFill>
          <a:ln w="12700">
            <a:solidFill>
              <a:srgbClr val="3D3D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4732" y="1188720"/>
            <a:ext cx="768096" cy="768096"/>
          </a:xfrm>
          <a:prstGeom prst="ellipse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4732" y="1188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103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cajero muestra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QR o NFC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escanea con la cámara del celular o toca el acrílico NFC. Sin bajar ninguna app de ninguna tienda.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79008" y="1581912"/>
            <a:ext cx="146304" cy="54864"/>
          </a:xfrm>
          <a:prstGeom prst="rect">
            <a:avLst/>
          </a:prstGeom>
          <a:solidFill>
            <a:srgbClr val="3D3D6A"/>
          </a:solidFill>
          <a:ln w="12700">
            <a:solidFill>
              <a:srgbClr val="3D3D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73652" y="1188720"/>
            <a:ext cx="768096" cy="768096"/>
          </a:xfrm>
          <a:prstGeom prst="ellipse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73652" y="1188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103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reconoce al instante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78892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nuevo, deja nombre y teléfono en segundos. Si ya usó Calificar en otro comercio, entra directo. Cero espera.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62572" y="1188720"/>
            <a:ext cx="768096" cy="768096"/>
          </a:xfrm>
          <a:prstGeom prst="ellipse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62572" y="1188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103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sello queda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su celular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78892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vive en el browser y se puede anclar al inicio. Los premios se generan solos al completar la meta.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hardware extra. Sin cuentas. Sin fricciones.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superpoder que lo diferencia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cualquier otra solución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9844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200808">
              <a:alpha val="90000"/>
            </a:srgbClr>
          </a:solidFill>
          <a:ln w="12700">
            <a:solidFill>
              <a:srgbClr val="20080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813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Efecto Red de Calificar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93392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que ya usó Calificar en la hamburguesería de la esquina llega a su local de ropa.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QR. El sistema lo reconoce al instante. No llena ningún formulario. Su tarjeta de fidelización del local de ropa aparece sola en su celular, pre-completada con su nombre.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fricción en el mostrador = más adhesión al programa = más ventas recurrentes.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298448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200808">
              <a:alpha val="90000"/>
            </a:srgbClr>
          </a:solidFill>
          <a:ln w="12700">
            <a:solidFill>
              <a:srgbClr val="20080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48132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identidad.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los comercios.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2788920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CLI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66360" y="221284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93208" y="25603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DC8"/>
                </a:solidFill>
              </a:rPr>
              <a:t>hambur.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360920" y="221284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87768" y="25603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DC8"/>
                </a:solidFill>
              </a:rPr>
              <a:t>ropa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74920" y="349300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01768" y="38404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DC8"/>
                </a:solidFill>
              </a:rPr>
              <a:t>cafe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406640" y="345643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33488" y="38039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DC8"/>
                </a:solidFill>
              </a:rPr>
              <a:t>peluq.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46520" y="199339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73368" y="23408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DC8"/>
                </a:solidFill>
              </a:rPr>
              <a:t>kiosco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3159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registrado en uno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automático en todos.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ecosistema ideal — funciona al 100% hoy mismo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7F7FB"/>
          </a:solidFill>
          <a:ln w="12700">
            <a:solidFill>
              <a:srgbClr val="E0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27632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6002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Instalacion con un toque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48256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toca "Agregar a pantalla de inicio" y la tarjeta aparece como app nativa. Sin Play Store, sin cuentas, sin emails.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7F7FB"/>
          </a:solidFill>
          <a:ln w="12700">
            <a:solidFill>
              <a:srgbClr val="E0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627632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04104" y="16002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Notificaciones Push nativas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048256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Premios alcanzados, promos especiales. La notificacion llega igual que la de cualquier app instalada, con el logo del comercio.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7F7FB"/>
          </a:solidFill>
          <a:ln w="12700">
            <a:solidFill>
              <a:srgbClr val="E0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19272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32918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Tarjeta siempre disponible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39896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en el celular como app independiente. Sin señal puede ver sus sellos y mostrar la tarjeta en el mostrador.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15468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7F7FB"/>
          </a:solidFill>
          <a:ln w="12700">
            <a:solidFill>
              <a:srgbClr val="E0E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3319272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04104" y="32918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clientes del negocio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3739896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sello registra nombre, telefono y fecha. Datos propios para campanas de WhatsApp marketing cuando los necesite.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/ iOS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Transparencia total: lo que funciona hoy y lo que viene en 30 dias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7F7FB"/>
          </a:solidFill>
          <a:ln w="12700">
            <a:solidFill>
              <a:srgbClr val="E0E0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819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funciona perfectamente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" y="2130552"/>
            <a:ext cx="201168" cy="201168"/>
          </a:xfrm>
          <a:prstGeom prst="ellipse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0848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abre al instante con la camara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2679192"/>
            <a:ext cx="201168" cy="201168"/>
          </a:xfrm>
          <a:prstGeom prst="ellipse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26334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ancla en la pantalla de inicio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" y="3227832"/>
            <a:ext cx="201168" cy="201168"/>
          </a:xfrm>
          <a:prstGeom prst="ellipse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31821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se sincronizan en tiempo real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" y="3776472"/>
            <a:ext cx="201168" cy="201168"/>
          </a:xfrm>
          <a:prstGeom prst="ellipse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4128" y="3730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disponibles en iOS 16.4+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27939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restringe los push web para proteger su ecosistema.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funciona perfecto; las notificaciones tienen algo de friccion.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1581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— proximos 30 dias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20299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Integracion nativa con Apple Wallet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64608" y="2542032"/>
            <a:ext cx="36576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con iPhone podrán descargar un archivo .pkpass directo desde la tarjeta. Sus sellos aparecen en la Wallet de Apple como una tarjeta de fidelizacion oficial, junto a sus tarjetas de crédito y embarques.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de sellos automáticas. Notificaciones a través del canal oficial de Apple, sin configuración extra del usuario.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64608" y="4352544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4608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adicional. Sin App Store.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gana y lo que necesita su comercio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0FBF3"/>
          </a:solidFill>
          <a:ln w="12700">
            <a:solidFill>
              <a:srgbClr val="C5ED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1430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17190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hardware adicional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acrílico con QR/NFC en el mostrador. Nada más que comprar ni instalar.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505456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clientes propia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27432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teléfono e historial de visitas. Sus datos, para campañas de WhatsApp marketing.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3236976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31821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Analiticas en tiempo real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34747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activos, premios canjeados, días de mayor frecuencia. Todo en el panel.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3968496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" y="3913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 Red incluido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" y="42062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ya registrados en otros comercios entran sin formulario al instante.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BF0"/>
          </a:solidFill>
          <a:ln w="12700">
            <a:solidFill>
              <a:srgbClr val="FFE4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56048" y="11430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56048" y="177393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56048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40096" y="17190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Cajeros al tanto del sistema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40096" y="201168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con que ofrezcan el QR en cada venta. Dos frases: "¿Le sumo los sellos?"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56048" y="273405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56048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40096" y="267919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Conexion a internet basica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40096" y="297180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hogareño o 4G de rutina para validar los sellos en tiempo real.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56048" y="369417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56048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340096" y="363931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inicial de 30 minutos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340096" y="393192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Configuramos juntos el color, la meta de sellos y el premio. Una sola vez.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560320"/>
            <a:ext cx="4754880" cy="4754880"/>
          </a:xfrm>
          <a:prstGeom prst="ellipse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1188720"/>
            <a:ext cx="3291840" cy="3291840"/>
          </a:xfrm>
          <a:prstGeom prst="ellipse">
            <a:avLst/>
          </a:prstGeom>
          <a:solidFill>
            <a:srgbClr val="E8522A">
              <a:alpha val="3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0" y="594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Probemos en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mostrador.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2004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escaneamos el QR desde su propio celular, registramos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cliente y le mostramos el panel de control en tiempo real. Menos de 5 minutos.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42062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calificar.com.ar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ificar">
  <a:themeElements>
    <a:clrScheme name="Calificar">
      <a:dk1>
        <a:srgbClr val="1A1A2E"/>
      </a:dk1>
      <a:lt1>
        <a:srgbClr val="FFFFFF"/>
      </a:lt1>
      <a:dk2>
        <a:srgbClr val="2D3561"/>
      </a:dk2>
      <a:lt2>
        <a:srgbClr val="F4F4F8"/>
      </a:lt2>
      <a:accent1>
        <a:srgbClr val="E8522A"/>
      </a:accent1>
      <a:accent2>
        <a:srgbClr val="F5A623"/>
      </a:accent2>
      <a:accent3>
        <a:srgbClr val="2C7BB6"/>
      </a:accent3>
      <a:accent4>
        <a:srgbClr val="27AE60"/>
      </a:accent4>
      <a:accent5>
        <a:srgbClr val="8E8E93"/>
      </a:accent5>
      <a:accent6>
        <a:srgbClr val="C0392B"/>
      </a:accent6>
      <a:hlink>
        <a:srgbClr val="E8522A"/>
      </a:hlink>
      <a:folHlink>
        <a:srgbClr val="C0392B"/>
      </a:folHlink>
    </a:clrScheme>
    <a:fontScheme name="Calific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2026-10-13T03:15:45Z</dcterms:created>
  <dcterms:modified xsi:type="dcterms:W3CDTF">2026-10-13T03:15:45Z</dcterms:modified>
</cp:coreProperties>
</file>